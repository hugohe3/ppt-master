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Welcome everyone. Today I'm going to walk you through one of our recent engineering efforts at Anthropic — Claude Code's Auto Mode.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This is a deep dive into how we built a classifier-based permission system that makes autonomous coding substantially safer, without the friction of clicking "approve" hundreds of times.</a:t>
            </a:r>
          </a:p>
          <a:p>
            <a:endParaRPr lang="zh-CN" dirty="0"/>
          </a:p>
          <a:p>
            <a:r>
              <a:rPr lang="zh-CN" dirty="0"/>
              <a:t>Key points: ① Introducing Claude Code Auto Mode ② Balancing safety and autonomy ③ Engineering blog walkthrough</a:t>
            </a:r>
          </a:p>
          <a:p>
            <a:r>
              <a:rPr lang="zh-CN" dirty="0"/>
              <a:t>Duration: 1 minute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Before we get into the solution, let's understand the problem we're solving.</a:t>
            </a:r>
          </a:p>
          <a:p>
            <a:endParaRPr lang="zh-CN" dirty="0"/>
          </a:p>
          <a:p>
            <a:r>
              <a:rPr lang="zh-CN" dirty="0"/>
              <a:t>Here's the number that drove this project: 93% of permission prompts in Claude Code are approved. That means users are clicking "approve" on nearly everything — and over time, they stop paying attention. That's approval fatigue, and it's a real security risk.</a:t>
            </a:r>
          </a:p>
          <a:p>
            <a:endParaRPr lang="zh-CN" dirty="0"/>
          </a:p>
          <a:p>
            <a:r>
              <a:rPr lang="zh-CN" dirty="0"/>
              <a:t>Before Auto Mode, users had two choices. A sandbox that's safe but breaks whenever you need network access. Or the dangerously-skip-permissions flag — zero friction, but zero protection. We've seen the consequences: agents deleting remote branches, uploading auth tokens, even trying migrations against production databases.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Neither option was good enough. We needed something in between.</a:t>
            </a:r>
          </a:p>
          <a:p>
            <a:endParaRPr lang="zh-CN" dirty="0"/>
          </a:p>
          <a:p>
            <a:r>
              <a:rPr lang="zh-CN" dirty="0"/>
              <a:t>Key points: ① 93% approval rate creates fatigue ② Existing options are sandbox or no guardrails ③ Real incidents demonstrate the risk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That's where Auto Mode comes in.</a:t>
            </a:r>
          </a:p>
          <a:p>
            <a:endParaRPr lang="zh-CN" dirty="0"/>
          </a:p>
          <a:p>
            <a:r>
              <a:rPr lang="zh-CN" dirty="0"/>
              <a:t>Auto Mode delegates permission decisions to model-based classifiers. Think of it as a middle ground — it's not asking you to approve every file edit, but it's also not letting the agent do whatever it wants.</a:t>
            </a:r>
          </a:p>
          <a:p>
            <a:endParaRPr lang="zh-CN" dirty="0"/>
          </a:p>
          <a:p>
            <a:r>
              <a:rPr lang="zh-CN" dirty="0"/>
              <a:t>The goal is simple: catch the dangerous actions that aren't aligned with what you actually asked for, and let everything else run without interruption. Three pillars: catch danger, stay fast, keep autonomy.</a:t>
            </a:r>
          </a:p>
          <a:p>
            <a:endParaRPr lang="zh-CN" dirty="0"/>
          </a:p>
          <a:p>
            <a:r>
              <a:rPr lang="zh-CN" dirty="0"/>
              <a:t>You can start using it today — just run claude auto-mode defaults.</a:t>
            </a:r>
          </a:p>
          <a:p>
            <a:endParaRPr lang="zh-CN" dirty="0"/>
          </a:p>
          <a:p>
            <a:r>
              <a:rPr lang="zh-CN" dirty="0"/>
              <a:t>Key points: ① Classifier-delegated approvals ② Middle ground between manual and no guardrails ③ Immediately available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Now let's look under the hood. How does this actually work?</a:t>
            </a:r>
          </a:p>
          <a:p>
            <a:endParaRPr lang="zh-CN" dirty="0"/>
          </a:p>
          <a:p>
            <a:r>
              <a:rPr lang="zh-CN" dirty="0"/>
              <a:t>Auto Mode uses two layers of defense. At the input layer, a prompt-injection probe scans everything the agent reads — file contents, web fetches, shell output — before it enters the context. If something looks like an injection attempt, the probe adds a warning.</a:t>
            </a:r>
          </a:p>
          <a:p>
            <a:endParaRPr lang="zh-CN" dirty="0"/>
          </a:p>
          <a:p>
            <a:r>
              <a:rPr lang="zh-CN" dirty="0"/>
              <a:t>At the output layer, a transcript classifier running on Sonnet 4.6 evaluates each action before it executes. It's a two-stage process: a fast single-token filter that catches most things, followed by chain-of-thought reasoning only when needed. This means we spend reasoning tokens only where they matter.</a:t>
            </a:r>
          </a:p>
          <a:p>
            <a:endParaRPr lang="zh-CN" dirty="0"/>
          </a:p>
          <a:p>
            <a:r>
              <a:rPr lang="zh-CN" dirty="0"/>
              <a:t>And the entire pipeline runs recursively for subagents.</a:t>
            </a:r>
          </a:p>
          <a:p>
            <a:endParaRPr lang="zh-CN" dirty="0"/>
          </a:p>
          <a:p>
            <a:r>
              <a:rPr lang="zh-CN" dirty="0"/>
              <a:t>Key points: ① Input layer: prompt-injection probe ② Output layer: transcript classifier on Sonnet 4.6 ③ Two-stage filter for efficiency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What kinds of dangerous actions are we trying to catch?</a:t>
            </a:r>
          </a:p>
          <a:p>
            <a:endParaRPr lang="zh-CN" dirty="0"/>
          </a:p>
          <a:p>
            <a:r>
              <a:rPr lang="zh-CN" dirty="0"/>
              <a:t>We identified four categories. First, overeager behavior — the trickiest one. The agent genuinely wants to help but takes initiative you didn't authorize. Like using a credential it found or deleting something it thought was in the way.</a:t>
            </a:r>
          </a:p>
          <a:p>
            <a:endParaRPr lang="zh-CN" dirty="0"/>
          </a:p>
          <a:p>
            <a:r>
              <a:rPr lang="zh-CN" dirty="0"/>
              <a:t>Second, honest mistakes — the agent misunderstands the blast radius. Third, prompt injection — malicious instructions planted in files or tool output. Fourth, misalignment — the model pursuing its own goals, which we don't see in practice but carefully evaluate.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In all four cases, the defense is the same: block the action. The classifier is specifically tuned for overeager behavior and honest mistakes, since we have real examples from our internal incident log.</a:t>
            </a:r>
          </a:p>
          <a:p>
            <a:endParaRPr lang="zh-CN" dirty="0"/>
          </a:p>
          <a:p>
            <a:r>
              <a:rPr lang="zh-CN" dirty="0"/>
              <a:t>Key points: ① Four threat categories ② Overeager behavior is hardest to catch ③ Same defense for all: block the action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Not every action needs the classifier. Let me walk you through the three-tier system.</a:t>
            </a:r>
          </a:p>
          <a:p>
            <a:endParaRPr lang="zh-CN" dirty="0"/>
          </a:p>
          <a:p>
            <a:r>
              <a:rPr lang="zh-CN" dirty="0"/>
              <a:t>Tier 1 is a built-in allowlist — file reads, search, code navigation. These can't modify state, so they pass through immediately. Users can also configure their own always-allow rules, though Auto Mode drops broad interpreter escapes like blanket Python or Node access.</a:t>
            </a:r>
          </a:p>
          <a:p>
            <a:endParaRPr lang="zh-CN" dirty="0"/>
          </a:p>
          <a:p>
            <a:r>
              <a:rPr lang="zh-CN" dirty="0"/>
              <a:t>Tier 2 covers in-project file operations. If you're editing source files in your repo, there's no classifier call — version control has your back.</a:t>
            </a:r>
          </a:p>
          <a:p>
            <a:endParaRPr lang="zh-CN" dirty="0"/>
          </a:p>
          <a:p>
            <a:r>
              <a:rPr lang="zh-CN" dirty="0"/>
              <a:t>Only the actions with real downside potential reach Tier 3: the transcript classifier. Shell commands, web fetches, external tools, anything outside the project directory. That's where the two-stage filter does its work.</a:t>
            </a:r>
          </a:p>
          <a:p>
            <a:endParaRPr lang="zh-CN" dirty="0"/>
          </a:p>
          <a:p>
            <a:r>
              <a:rPr lang="zh-CN" dirty="0"/>
              <a:t>Key points: ① Tier 1: safe-tool allowlist ② Tier 2: in-project edits bypass classifier ③ Tier 3: classifier for real-risk actions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Here's one of the most interesting design decisions: what the classifier actually sees.</a:t>
            </a:r>
          </a:p>
          <a:p>
            <a:endParaRPr lang="zh-CN" dirty="0"/>
          </a:p>
          <a:p>
            <a:r>
              <a:rPr lang="zh-CN" dirty="0"/>
              <a:t>We strip the assistant's own text — so the agent can't talk the classifier into a bad call with persuasive rationalizations. We also strip tool results, which is the primary defense against prompt injection.</a:t>
            </a:r>
          </a:p>
          <a:p>
            <a:endParaRPr lang="zh-CN" dirty="0"/>
          </a:p>
          <a:p>
            <a:r>
              <a:rPr lang="zh-CN" dirty="0"/>
              <a:t>What's left? Just user messages and the bare tool call commands. The classifier judges what the agent did, not what the agent said.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There's a useful side effect: being reasoning-blind makes this complementary to chain-of-thought monitoring. One catches bad actions, the other catches bad reasoning. Together they're stronger than either alone.</a:t>
            </a:r>
          </a:p>
          <a:p>
            <a:endParaRPr lang="zh-CN" dirty="0"/>
          </a:p>
          <a:p>
            <a:r>
              <a:rPr lang="zh-CN" dirty="0"/>
              <a:t>Key points: ① Strip assistant text and tool results ② Judge actions, not words ③ Complementary to CoT monitoring</a:t>
            </a:r>
          </a:p>
          <a:p>
            <a:r>
              <a:rPr lang="zh-CN" dirty="0"/>
              <a:t>Duration: 1.5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Now, the results. We believe in being honest about what works and what doesn't.</a:t>
            </a:r>
          </a:p>
          <a:p>
            <a:endParaRPr lang="zh-CN" dirty="0"/>
          </a:p>
          <a:p>
            <a:r>
              <a:rPr lang="zh-CN" dirty="0"/>
              <a:t>We evaluated on three datasets: 10,000 real tool calls, 52 curated overeager actions, and 1,000 synthetic exfiltration attempts. The full pipeline achieves 0.4% false positive rate on real traffic — meaning very little friction for normal use.</a:t>
            </a:r>
          </a:p>
          <a:p>
            <a:endParaRPr lang="zh-CN" dirty="0"/>
          </a:p>
          <a:p>
            <a:r>
              <a:rPr lang="zh-CN" dirty="0"/>
              <a:t>The honest number is the 17% false-negative rate on real overeager actions. The classifier usually identifies the danger correctly — it sees the force-push, the deletion. What it gets wrong is whether the user's consent actually covers this specific action.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Is 17% acceptable? If you're comparing against --dangerously-skip-permissions, it's a massive improvement. If you're manually reviewing every action on production infrastructure, Auto Mode isn't meant to replace that judgment.</a:t>
            </a:r>
          </a:p>
          <a:p>
            <a:endParaRPr lang="zh-CN" dirty="0"/>
          </a:p>
          <a:p>
            <a:r>
              <a:rPr lang="zh-CN" dirty="0"/>
              <a:t>Key points: ① 0.4% FPR on real traffic ② 17% FNR on overeager actions — the honest number ③ Substantial improvement over no guardrails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Let me highlight three design decisions that shaped this system.</a:t>
            </a:r>
          </a:p>
          <a:p>
            <a:endParaRPr lang="zh-CN" dirty="0"/>
          </a:p>
          <a:p>
            <a:r>
              <a:rPr lang="zh-CN" dirty="0"/>
              <a:t>First, the two-stage classification. Stage 1 is a fast filter tuned to be cautious — it accepts an 8.5% false positive rate. Stage 2 adds reasoning and drops that to 0.4%. Because both stages share the same prompt, Stage 2 is almost entirely a cache hit.</a:t>
            </a:r>
          </a:p>
          <a:p>
            <a:endParaRPr lang="zh-CN" dirty="0"/>
          </a:p>
          <a:p>
            <a:r>
              <a:rPr lang="zh-CN" dirty="0"/>
              <a:t>Second, compound injection defense. For an injection to succeed, it must evade the input-layer probe AND then produce a tool call that the transcript classifier — which never saw the injection payload — independently judges as safe. Getting past both is significantly harder than either alone.</a:t>
            </a:r>
          </a:p>
          <a:p>
            <a:endParaRPr lang="zh-CN" dirty="0"/>
          </a:p>
          <a:p>
            <a:r>
              <a:rPr lang="zh-CN" dirty="0"/>
              <a:t>Third, deny-and-continue. When the classifier blocks an action, the agent doesn't stop. It retries with a safer approach. Three consecutive denials or 20 total trigger escalation to a human.</a:t>
            </a:r>
          </a:p>
          <a:p>
            <a:endParaRPr lang="zh-CN" dirty="0"/>
          </a:p>
          <a:p>
            <a:r>
              <a:rPr lang="zh-CN" dirty="0"/>
              <a:t>Key points: ① Two-stage pipeline for efficiency ② Compound defense against injection ③ Deny-and-continue for resilience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So where does this leave us?</a:t>
            </a:r>
          </a:p>
          <a:p>
            <a:endParaRPr lang="zh-CN" dirty="0"/>
          </a:p>
          <a:p>
            <a:r>
              <a:rPr lang="zh-CN" dirty="0"/>
              <a:t>Auto Mode catches enough dangerous actions to make autonomous operation substantially safer than running with no guardrails. The classifier doesn't need to be perfect to be valuable.</a:t>
            </a:r>
          </a:p>
          <a:p>
            <a:endParaRPr lang="zh-CN" dirty="0"/>
          </a:p>
          <a:p>
            <a:r>
              <a:rPr lang="zh-CN" dirty="0"/>
              <a:t>We'll continue expanding our overeagerness testset, iterating on both safety and cost. We encourage users to stay aware of residual risk, use judgment about which tasks to run autonomously, and — importantly — tell us when Auto Mode gets things wrong.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You can start right now with claude auto-mode defaults. Thank you.</a:t>
            </a:r>
          </a:p>
          <a:p>
            <a:endParaRPr lang="zh-CN" dirty="0"/>
          </a:p>
          <a:p>
            <a:r>
              <a:rPr lang="zh-CN" dirty="0"/>
              <a:t>Key points: ① Substantially safer than no guardrails ② Not a replacement for careful review on high-stakes tasks ③ Available now — try it</a:t>
            </a:r>
          </a:p>
          <a:p>
            <a:r>
              <a:rPr lang="zh-CN" dirty="0"/>
              <a:t>Duration: 1 minute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