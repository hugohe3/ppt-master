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  <Default Extension="png" ContentType="image/pn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_rels/notesSlide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9.xml"/>
</Relationships>
</file>

<file path=ppt/notesSlides/_rels/notesSlide1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0.xml"/>
</Relationships>
</file>

<file path=ppt/notesSlides/_rels/notesSlide1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1.xml"/>
</Relationships>
</file>

<file path=ppt/notesSlides/_rels/notesSlide1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2.xml"/>
</Relationships>
</file>

<file path=ppt/notesSlides/_rels/notesSlide1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3.xml"/>
</Relationships>
</file>

<file path=ppt/notesSlides/_rels/notesSlide1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4.xml"/>
</Relationships>
</file>

<file path=ppt/notesSlides/_rels/notesSlide1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5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.png"/>
  <Relationship Id="rId3" Type="http://schemas.openxmlformats.org/officeDocument/2006/relationships/image" Target="../media/image1.svg"/>
  <Relationship Id="rId10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.png"/>
  <Relationship Id="rId3" Type="http://schemas.openxmlformats.org/officeDocument/2006/relationships/image" Target="../media/image2.svg"/>
  <Relationship Id="rId10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3.png"/>
  <Relationship Id="rId3" Type="http://schemas.openxmlformats.org/officeDocument/2006/relationships/image" Target="../media/image3.svg"/>
  <Relationship Id="rId10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4.png"/>
  <Relationship Id="rId3" Type="http://schemas.openxmlformats.org/officeDocument/2006/relationships/image" Target="../media/image4.svg"/>
  <Relationship Id="rId10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5.png"/>
  <Relationship Id="rId3" Type="http://schemas.openxmlformats.org/officeDocument/2006/relationships/image" Target="../media/image5.svg"/>
  <Relationship Id="rId10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6.png"/>
  <Relationship Id="rId3" Type="http://schemas.openxmlformats.org/officeDocument/2006/relationships/image" Target="../media/image6.svg"/>
  <Relationship Id="rId10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7.png"/>
  <Relationship Id="rId3" Type="http://schemas.openxmlformats.org/officeDocument/2006/relationships/image" Target="../media/image7.svg"/>
  <Relationship Id="rId10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8.png"/>
  <Relationship Id="rId3" Type="http://schemas.openxmlformats.org/officeDocument/2006/relationships/image" Target="../media/image8.svg"/>
  <Relationship Id="rId10" Type="http://schemas.openxmlformats.org/officeDocument/2006/relationships/notesSlide" Target="../notesSlides/notesSlide8.xml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9.png"/>
  <Relationship Id="rId3" Type="http://schemas.openxmlformats.org/officeDocument/2006/relationships/image" Target="../media/image9.svg"/>
  <Relationship Id="rId10" Type="http://schemas.openxmlformats.org/officeDocument/2006/relationships/notesSlide" Target="../notesSlides/notesSlide9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0.png"/>
  <Relationship Id="rId3" Type="http://schemas.openxmlformats.org/officeDocument/2006/relationships/image" Target="../media/image10.svg"/>
  <Relationship Id="rId10" Type="http://schemas.openxmlformats.org/officeDocument/2006/relationships/notesSlide" Target="../notesSlides/notesSlide10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1.png"/>
  <Relationship Id="rId3" Type="http://schemas.openxmlformats.org/officeDocument/2006/relationships/image" Target="../media/image11.svg"/>
  <Relationship Id="rId10" Type="http://schemas.openxmlformats.org/officeDocument/2006/relationships/notesSlide" Target="../notesSlides/notesSlide1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2.png"/>
  <Relationship Id="rId3" Type="http://schemas.openxmlformats.org/officeDocument/2006/relationships/image" Target="../media/image12.svg"/>
  <Relationship Id="rId10" Type="http://schemas.openxmlformats.org/officeDocument/2006/relationships/notesSlide" Target="../notesSlides/notesSlide12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3.png"/>
  <Relationship Id="rId3" Type="http://schemas.openxmlformats.org/officeDocument/2006/relationships/image" Target="../media/image13.svg"/>
  <Relationship Id="rId10" Type="http://schemas.openxmlformats.org/officeDocument/2006/relationships/notesSlide" Target="../notesSlides/notesSlide13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4.png"/>
  <Relationship Id="rId3" Type="http://schemas.openxmlformats.org/officeDocument/2006/relationships/image" Target="../media/image14.svg"/>
  <Relationship Id="rId10" Type="http://schemas.openxmlformats.org/officeDocument/2006/relationships/notesSlide" Target="../notesSlides/notesSlide14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5.png"/>
  <Relationship Id="rId3" Type="http://schemas.openxmlformats.org/officeDocument/2006/relationships/image" Target="../media/image15.svg"/>
  <Relationship Id="rId10" Type="http://schemas.openxmlformats.org/officeDocument/2006/relationships/notesSlide" Target="../notesSlides/notesSlide15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3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4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6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7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8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9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0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1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2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3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4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