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  <Relationship Id="rId3" Type="http://schemas.openxmlformats.org/officeDocument/2006/relationships/image" Target="../media/image1.svg"/>
  <Relationship Id="rId10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png"/>
  <Relationship Id="rId3" Type="http://schemas.openxmlformats.org/officeDocument/2006/relationships/image" Target="../media/image2.svg"/>
  <Relationship Id="rId10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png"/>
  <Relationship Id="rId3" Type="http://schemas.openxmlformats.org/officeDocument/2006/relationships/image" Target="../media/image3.svg"/>
  <Relationship Id="rId10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4.png"/>
  <Relationship Id="rId3" Type="http://schemas.openxmlformats.org/officeDocument/2006/relationships/image" Target="../media/image4.svg"/>
  <Relationship Id="rId10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5.png"/>
  <Relationship Id="rId3" Type="http://schemas.openxmlformats.org/officeDocument/2006/relationships/image" Target="../media/image5.svg"/>
  <Relationship Id="rId10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6.png"/>
  <Relationship Id="rId3" Type="http://schemas.openxmlformats.org/officeDocument/2006/relationships/image" Target="../media/image6.svg"/>
  <Relationship Id="rId10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7.png"/>
  <Relationship Id="rId3" Type="http://schemas.openxmlformats.org/officeDocument/2006/relationships/image" Target="../media/image7.svg"/>
  <Relationship Id="rId10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8.png"/>
  <Relationship Id="rId3" Type="http://schemas.openxmlformats.org/officeDocument/2006/relationships/image" Target="../media/image8.svg"/>
  <Relationship Id="rId10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9.png"/>
  <Relationship Id="rId3" Type="http://schemas.openxmlformats.org/officeDocument/2006/relationships/image" Target="../media/image9.svg"/>
  <Relationship Id="rId10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0.png"/>
  <Relationship Id="rId3" Type="http://schemas.openxmlformats.org/officeDocument/2006/relationships/image" Target="../media/image10.svg"/>
  <Relationship Id="rId10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