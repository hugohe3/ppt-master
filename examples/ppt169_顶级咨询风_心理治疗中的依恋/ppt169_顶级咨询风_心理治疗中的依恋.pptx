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sv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svg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.svg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4.svg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5.svg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6.svg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7.svg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8.svg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9.svg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0.svg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1.svg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2.svg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3.svg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4.svg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5.svg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6.svg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7.svg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8.svg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9.svg"/>
</Relationships>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0.svg"/>
</Relationships>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1.svg"/>
</Relationships>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2.svg"/>
</Relationships>
</file>

<file path=ppt/slides/_rels/slide2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3.svg"/>
</Relationships>
</file>

<file path=ppt/slides/_rels/slide2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4.svg"/>
</Relationships>
</file>

<file path=ppt/slides/_rels/slide2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5.svg"/>
</Relationships>
</file>

<file path=ppt/slides/_rels/slide2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6.svg"/>
</Relationships>
</file>

<file path=ppt/slides/_rels/slide2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7.svg"/>
</Relationships>
</file>

<file path=ppt/slides/_rels/slide2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8.svg"/>
</Relationships>
</file>

<file path=ppt/slides/_rels/slide2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9.svg"/>
</Relationships>
</file>

<file path=ppt/slides/_rels/slide3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0.svg"/>
</Relationships>
</file>

<file path=ppt/slides/_rels/slide3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1.svg"/>
</Relationships>
</file>

<file path=ppt/slides/_rels/slide3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2.sv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