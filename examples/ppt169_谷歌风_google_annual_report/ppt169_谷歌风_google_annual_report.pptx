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svg" ContentType="image/svg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.svg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2.svg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3.svg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4.svg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5.svg"/>
</Relationships>
</file>

<file path=ppt/slides/_rels/slide6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6.svg"/>
</Relationships>
</file>

<file path=ppt/slides/_rels/slide7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7.svg"/>
</Relationships>
</file>

<file path=ppt/slides/_rels/slide8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8.svg"/>
</Relationships>
</file>

<file path=ppt/slides/_rels/slide9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9.svg"/>
</Relationships>
</file>

<file path=ppt/slides/_rels/slide10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  <Relationship Id="rId2" Type="http://schemas.openxmlformats.org/officeDocument/2006/relationships/image" Target="../media/image10.svg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VG Image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