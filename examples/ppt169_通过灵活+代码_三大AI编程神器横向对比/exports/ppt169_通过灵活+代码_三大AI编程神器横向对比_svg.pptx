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Default Extension="png" ContentType="image/pn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  <Relationship Id="rId3" Type="http://schemas.openxmlformats.org/officeDocument/2006/relationships/image" Target="../media/image1.sv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png"/>
  <Relationship Id="rId3" Type="http://schemas.openxmlformats.org/officeDocument/2006/relationships/image" Target="../media/image2.svg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png"/>
  <Relationship Id="rId3" Type="http://schemas.openxmlformats.org/officeDocument/2006/relationships/image" Target="../media/image3.svg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4.png"/>
  <Relationship Id="rId3" Type="http://schemas.openxmlformats.org/officeDocument/2006/relationships/image" Target="../media/image4.svg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5.png"/>
  <Relationship Id="rId3" Type="http://schemas.openxmlformats.org/officeDocument/2006/relationships/image" Target="../media/image5.svg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6.png"/>
  <Relationship Id="rId3" Type="http://schemas.openxmlformats.org/officeDocument/2006/relationships/image" Target="../media/image6.svg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7.png"/>
  <Relationship Id="rId3" Type="http://schemas.openxmlformats.org/officeDocument/2006/relationships/image" Target="../media/image7.svg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8.png"/>
  <Relationship Id="rId3" Type="http://schemas.openxmlformats.org/officeDocument/2006/relationships/image" Target="../media/image8.svg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9.png"/>
  <Relationship Id="rId3" Type="http://schemas.openxmlformats.org/officeDocument/2006/relationships/image" Target="../media/image9.svg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0.png"/>
  <Relationship Id="rId3" Type="http://schemas.openxmlformats.org/officeDocument/2006/relationships/image" Target="../media/image10.svg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1.png"/>
  <Relationship Id="rId3" Type="http://schemas.openxmlformats.org/officeDocument/2006/relationships/image" Target="../media/image11.sv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