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10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10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10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svg"/>
  <Relationship Id="rId10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svg"/>
  <Relationship Id="rId10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svg"/>
  <Relationship Id="rId10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svg"/>
  <Relationship Id="rId10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svg"/>
  <Relationship Id="rId10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8.svg"/>
  <Relationship Id="rId10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9.svg"/>
  <Relationship Id="rId10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0.svg"/>
  <Relationship Id="rId10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