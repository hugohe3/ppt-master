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sv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sv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sv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sv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sv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sv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sv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sv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sv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sv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sv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2.sv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3.sv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4.sv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5.sv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6.svg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7.svg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8.svg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9.svg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0.sv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